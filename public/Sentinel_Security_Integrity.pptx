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Operational Security &amp; Data Sovereignty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88620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703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3366"/>
                </a:solidFill>
              </a:defRPr>
            </a:pPr>
            <a:r>
              <a:t>Tactical Sanitization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Strategic block-level obfuscation ensures that undercover operations and victim residences remain protected. We map citywide trends, not private doorsteps.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371600"/>
            <a:ext cx="388620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463040"/>
            <a:ext cx="3703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3366"/>
                </a:solidFill>
              </a:defRPr>
            </a:pPr>
            <a:r>
              <a:t>Forensic Vetting Loop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A mandatory 7-day latency window allows the Detective Division to reclassify, vet, or suppress sensitive records before any wider visibility.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388620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3703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3366"/>
                </a:solidFill>
              </a:defRPr>
            </a:pPr>
            <a:r>
              <a:t>Investigative PII Shield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Native zero-PII architecture ensuring no sensitive personnel or victim data is ever ingested or exposed within the forensic graph.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3840480"/>
            <a:ext cx="388620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931920"/>
            <a:ext cx="3703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3366"/>
                </a:solidFill>
              </a:defRPr>
            </a:pPr>
            <a:r>
              <a:t>Absolute Data Sovereignty</a:t>
            </a:r>
          </a:p>
          <a:p>
            <a:pPr>
              <a:defRPr sz="1200">
                <a:solidFill>
                  <a:srgbClr val="3C3C3C"/>
                </a:solidFill>
              </a:defRPr>
            </a:pPr>
            <a:r>
              <a:t>The Police Department retains 100% administrative autonomy over the ETL pipeline, release parameters, and granular user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