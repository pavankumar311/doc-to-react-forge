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2563EB"/>
                </a:solidFill>
              </a:defRPr>
            </a:pPr>
            <a:r>
              <a:t>Our Core Forensic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A6578"/>
                </a:solidFill>
              </a:defRPr>
            </a:pPr>
            <a:r>
              <a:t>Comprehensive intelligence tools for total situational awareness</a:t>
            </a:r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t>1. Summary Maps: Multi-Layered Intelligence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Granular Control: Toggle between Wards, Districts, and Beats.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Infrastructure Overlay: Correlate crime with Hospitals &amp; Schools.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Timeline Playback: Visualize crime migration patterns over time.</a:t>
            </a:r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t>2. Crimes &amp; Dashboard Tabs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Crime Map: Intelligent marker clustering and tactical drill-down popups.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Precision Search: Localized investigation via address or area ID.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Dashboard Statistics: Analyze trends by Hour of Day and Day of Week.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Forensic Records: A searchable list of case numbers and IUCR codes.</a:t>
            </a:r>
          </a:p>
          <a:p>
            <a:pPr>
              <a:defRPr b="1" sz="1100">
                <a:solidFill>
                  <a:srgbClr val="1A2332"/>
                </a:solidFill>
              </a:defRPr>
            </a:pPr>
            <a:r>
              <a:t>3. AI Chat Assistant</a:t>
            </a:r>
            <a:r>
              <a:t> - Natural language forensic querying.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AI-Powered Crime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A6578"/>
                </a:solidFill>
              </a:defRPr>
            </a:pPr>
            <a:r>
              <a:t>Conversational access to the ArangoDB knowledge graph</a:t>
            </a:r>
          </a:p>
          <a:p>
            <a:pPr>
              <a:defRPr sz="1400"/>
            </a:pPr>
            <a:r>
              <a:t>The Sentinel AI Chat Assistant bridges the gap between massive datasets and actionable intelligence.</a:t>
            </a:r>
          </a:p>
          <a:p/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Forensic Trend Analysis: </a:t>
            </a:r>
            <a:r>
              <a:t>Identify surging crime categories and 'hidden' patterns.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Graph-Relational Traversal: </a:t>
            </a:r>
            <a:r>
              <a:t>Explore connections in the ArangoDB Gold Layer.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Automated Executive Reporting: </a:t>
            </a:r>
            <a:r>
              <a:t>Generate summaries via simple chat prompts.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Cross-District Comparatives: </a:t>
            </a:r>
            <a:r>
              <a:t>Ask the AI to compare any two areas in real-time.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